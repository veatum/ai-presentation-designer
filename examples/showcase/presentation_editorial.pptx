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Три варианта верстки нужны для сравнения композиционных решений одного и того же содержания при сохранении правил выбранного шаблона.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  <a:p>
            <a: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Структурированный вывод позволяет приложению проверять результат до рендера, поэтому формат данных остаётся предсказуемым и последующий слой верстки получает валидную структуру.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  <a:p>
            <a:r>
              <a:t>Разделение смысловой генерации и шаблона позволяет менять оформление без повторной генерации содержания, что делает пайплайн воспроизводимым и снижает нагрузку на модель.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Три варианта верстки нужны для сравнения композиционных решений одного и того же содержания при сохранении правил выбранного шаблона.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  <a:p>
            <a: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  <a:p>
            <a:r>
              <a:t>Проверка каждого числового значения по исходному тексту не позволяет презентации сохранить число, для которого нет подтверждения в загруженном веб-источнике.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Финальный аудит разделяет детерминированные проверки файла и смысловые проверки которые могут выполняться моделью на повторных запусках Структурированный вывод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  <a:p>
            <a:r>
              <a:t>позволяет приложению проверять результат до рендера поэтому формат данных остаётся предсказуемым и последующий слой верстки получает валидную структуру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Сервис использует структурированный вывод для передачи данных в заданном формате Модель Qwen3-32B предназначена для задач генерации текста и поддерживает несколько возможностей Один и тот же контент может быть перенесён на разные шаблоны без повторной генерации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смысла Три варианта верстки позволяют сравнивать разные композиционные решения В документации указано что API использует метод POST v1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  <a:p>
            <a:r>
              <a:t>chat completions для генерации Число 20 используется в примере ограничения числа 10 и 12 приведены в разделе параметров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Разделение смысловой генерации и шаблона позволяет менять оформление без повторной генерации содержания, что делает пайплайн воспроизводимым и снижает нагрузку на модель.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Три варианта верстки нужны для сравнения композиционных решений одного и того же содержания при сохранении правил выбранного шаблона.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Число 20 используется в примере ограничения числа 10 и 12 приведены в разделе параметров В документации указано что API использует метод POST v1 chat completions для генерации Сервис использует структурированный вывод для передачи данных в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  <a:p>
            <a:r>
              <a:t>заданном формате Три варианта верстки позволяют сравнивать разные композиционные решения Модель Qwen3-32B предназначена для задач генерации текста и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поддерживает несколько возможностей Один и тот же контент может быть перенесён на разные шаблоны без повторной генерации смысла [W1]</a:t>
            </a:r>
          </a:p>
          <a:p>
            <a:r>
              <a:t>Один и тот же контент может быть перенесён на разные шаблоны без повторной генерации смысла.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Сервис использует структурированный вывод для передачи данных в заданном формате Один и тот же контент может быть перенесён на разные шаблоны без повторной генерации смысла Модель Qwen3-32B предназначена для задач генерации текста и поддерживает несколько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возможностей Три варианта верстки позволяют сравнивать разные композиционные решения В документации указано что API использует метод POST v1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  <a:p>
            <a:r>
              <a:t>chat completions для генерации Число 20 используется в примере ограничения числа 10 и 12 приведены в разделе параметров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Проверка каждого числового значения по исходному тексту не позволяет презентации сохранить число для которого нет подтверждения в загруженном веб-источнике Финальный аудит разделяет детерминированные проверки файла и смысловые проверки которые могут выполняться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  <a:p>
            <a:r>
              <a:t>моделью на повторных запусках Число 20 используется в примере ограничения числа 10 и 12 приведены в разделе параметров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640080"/>
            <a:ext cx="10607040" cy="9144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20232B"/>
                </a:solidFill>
                <a:latin typeface="Arial"/>
              </a:rPr>
              <a:t>Проверенная генерация презентаций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77240" y="1664207"/>
            <a:ext cx="10607040" cy="43022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4F81BD"/>
                </a:solidFill>
                <a:latin typeface="Arial"/>
              </a:rPr>
              <a:t>Источники → содержание → шаблон</a:t>
            </a:r>
          </a:p>
        </p:txBody>
      </p:sp>
      <p:sp>
        <p:nvSpPr>
          <p:cNvPr id="6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20232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2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4F81BD"/>
                </a:solidFill>
                <a:latin typeface="Arial"/>
              </a:rPr>
              <a:t>Три варианта верстки нужны для сравнения композиционных решений одного и того же содержания при сохранении правил выбранного шаблона.</a:t>
            </a:r>
          </a:p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</a:t>
            </a:r>
          </a:p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3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85799" y="1508760"/>
            <a:ext cx="5179161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Смысл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685799" y="2011680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Структурированный вывод позволяет приложению проверять результат до рендера, поэтому формат данных остаётся предсказуемым и последующий слой верстки получает валидную структуру.</a:t>
            </a:r>
          </a:p>
        </p:txBody>
      </p:sp>
      <p:sp>
        <p:nvSpPr>
          <p:cNvPr id="11" name="generated:text"/>
          <p:cNvSpPr txBox="1"/>
          <p:nvPr/>
        </p:nvSpPr>
        <p:spPr>
          <a:xfrm>
            <a:off x="685799" y="4064508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Разделение смысловой генерации и шаблона позволяет менять оформление без повторной генерации содержания, что делает пайплайн воспроизводимым и снижает нагрузку на модель.</a:t>
            </a:r>
          </a:p>
        </p:txBody>
      </p:sp>
      <p:sp>
        <p:nvSpPr>
          <p:cNvPr id="12" name="generated:text"/>
          <p:cNvSpPr txBox="1"/>
          <p:nvPr/>
        </p:nvSpPr>
        <p:spPr>
          <a:xfrm>
            <a:off x="6296557" y="1508760"/>
            <a:ext cx="5179161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Практика</a:t>
            </a:r>
          </a:p>
        </p:txBody>
      </p:sp>
      <p:sp>
        <p:nvSpPr>
          <p:cNvPr id="13" name="generated:text"/>
          <p:cNvSpPr txBox="1"/>
          <p:nvPr/>
        </p:nvSpPr>
        <p:spPr>
          <a:xfrm>
            <a:off x="6296557" y="2011680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Три варианта верстки нужны для сравнения композиционных решений одного и того же содержания при сохранении правил выбранного шаблона.</a:t>
            </a:r>
          </a:p>
        </p:txBody>
      </p:sp>
      <p:sp>
        <p:nvSpPr>
          <p:cNvPr id="14" name="generated:text"/>
          <p:cNvSpPr txBox="1"/>
          <p:nvPr/>
        </p:nvSpPr>
        <p:spPr>
          <a:xfrm>
            <a:off x="6296557" y="4064508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</a:t>
            </a:r>
          </a:p>
        </p:txBody>
      </p:sp>
      <p:sp>
        <p:nvSpPr>
          <p:cNvPr id="15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Процесс 4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85799" y="1508760"/>
            <a:ext cx="5330952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Источники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685799" y="1929384"/>
            <a:ext cx="5330952" cy="4059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</a:t>
            </a:r>
          </a:p>
        </p:txBody>
      </p:sp>
      <p:sp>
        <p:nvSpPr>
          <p:cNvPr id="11" name="generated:text"/>
          <p:cNvSpPr txBox="1"/>
          <p:nvPr/>
        </p:nvSpPr>
        <p:spPr>
          <a:xfrm>
            <a:off x="6144767" y="1508760"/>
            <a:ext cx="5330952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Проверка</a:t>
            </a:r>
          </a:p>
        </p:txBody>
      </p:sp>
      <p:sp>
        <p:nvSpPr>
          <p:cNvPr id="12" name="generated:text"/>
          <p:cNvSpPr txBox="1"/>
          <p:nvPr/>
        </p:nvSpPr>
        <p:spPr>
          <a:xfrm>
            <a:off x="6144767" y="1929384"/>
            <a:ext cx="5330952" cy="4059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Проверка каждого числового значения по исходному тексту не позволяет презентации сохранить число, для которого нет подтверждения в загруженном веб-источнике.</a:t>
            </a:r>
          </a:p>
        </p:txBody>
      </p:sp>
      <p:sp>
        <p:nvSpPr>
          <p:cNvPr id="13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5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600" b="1">
                <a:solidFill>
                  <a:srgbClr val="17223B"/>
                </a:solidFill>
                <a:latin typeface="Arial"/>
              </a:rPr>
              <a:t>Финальный аудит разделяет детерминированные проверки файла и смысловые проверки которые могут выполняться моделью на повторных запусках Структурированный вывод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600" b="0">
                <a:solidFill>
                  <a:srgbClr val="17223B"/>
                </a:solidFill>
                <a:latin typeface="Arial"/>
              </a:rPr>
              <a:t>позволяет приложению проверять результат до рендера поэтому формат данных остаётся предсказуемым и последующий слой верстки получает валидную структуру</a:t>
            </a:r>
          </a:p>
        </p:txBody>
      </p:sp>
      <p:sp>
        <p:nvSpPr>
          <p:cNvPr id="11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6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85799" y="1508760"/>
            <a:ext cx="5179161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Смысл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685799" y="2011680"/>
            <a:ext cx="5179161" cy="3977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Сервис использует структурированный вывод для передачи данных в заданном формате Модель Qwen3-32B предназначена для задач генерации текста и поддерживает несколько возможностей Один и тот же контент может быть перенесён на разные шаблоны без повторной генерации</a:t>
            </a:r>
          </a:p>
        </p:txBody>
      </p:sp>
      <p:sp>
        <p:nvSpPr>
          <p:cNvPr id="11" name="generated:text"/>
          <p:cNvSpPr txBox="1"/>
          <p:nvPr/>
        </p:nvSpPr>
        <p:spPr>
          <a:xfrm>
            <a:off x="6296557" y="1508760"/>
            <a:ext cx="5179161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Практика</a:t>
            </a:r>
          </a:p>
        </p:txBody>
      </p:sp>
      <p:sp>
        <p:nvSpPr>
          <p:cNvPr id="12" name="generated:text"/>
          <p:cNvSpPr txBox="1"/>
          <p:nvPr/>
        </p:nvSpPr>
        <p:spPr>
          <a:xfrm>
            <a:off x="6296557" y="2011680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смысла Три варианта верстки позволяют сравнивать разные композиционные решения В документации указано что API использует метод POST v1</a:t>
            </a:r>
          </a:p>
        </p:txBody>
      </p:sp>
      <p:sp>
        <p:nvSpPr>
          <p:cNvPr id="13" name="generated:text"/>
          <p:cNvSpPr txBox="1"/>
          <p:nvPr/>
        </p:nvSpPr>
        <p:spPr>
          <a:xfrm>
            <a:off x="6296557" y="4064508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chat completions для генерации Число 20 используется в примере ограничения числа 10 и 12 приведены в разделе параметров</a:t>
            </a:r>
          </a:p>
        </p:txBody>
      </p:sp>
      <p:sp>
        <p:nvSpPr>
          <p:cNvPr id="14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7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600" b="1">
                <a:solidFill>
                  <a:srgbClr val="17223B"/>
                </a:solidFill>
                <a:latin typeface="Arial"/>
              </a:rPr>
              <a:t>Разделение смысловой генерации и шаблона позволяет менять оформление без повторной генерации содержания, что делает пайплайн воспроизводимым и снижает нагрузку на модель.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600" b="0">
                <a:solidFill>
                  <a:srgbClr val="17223B"/>
                </a:solidFill>
                <a:latin typeface="Arial"/>
              </a:rPr>
              <a:t>Три варианта верстки нужны для сравнения композиционных решений одного и того же содержания при сохранении правил выбранного шаблона.</a:t>
            </a:r>
          </a:p>
        </p:txBody>
      </p:sp>
      <p:sp>
        <p:nvSpPr>
          <p:cNvPr id="11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Процесс 8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85799" y="1508760"/>
            <a:ext cx="3511296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Источники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685799" y="1929384"/>
            <a:ext cx="3511296" cy="4059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Число 20 используется в примере ограничения числа 10 и 12 приведены в разделе параметров В документации указано что API использует метод POST v1 chat completions для генерации Сервис использует структурированный вывод для передачи данных в</a:t>
            </a:r>
          </a:p>
        </p:txBody>
      </p:sp>
      <p:sp>
        <p:nvSpPr>
          <p:cNvPr id="11" name="generated:text"/>
          <p:cNvSpPr txBox="1"/>
          <p:nvPr/>
        </p:nvSpPr>
        <p:spPr>
          <a:xfrm>
            <a:off x="4325111" y="1508760"/>
            <a:ext cx="3511296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Проверка</a:t>
            </a:r>
          </a:p>
        </p:txBody>
      </p:sp>
      <p:sp>
        <p:nvSpPr>
          <p:cNvPr id="12" name="generated:text"/>
          <p:cNvSpPr txBox="1"/>
          <p:nvPr/>
        </p:nvSpPr>
        <p:spPr>
          <a:xfrm>
            <a:off x="4325111" y="1929384"/>
            <a:ext cx="3511296" cy="4059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заданном формате Три варианта верстки позволяют сравнивать разные композиционные решения Модель Qwen3-32B предназначена для задач генерации текста и</a:t>
            </a:r>
          </a:p>
        </p:txBody>
      </p:sp>
      <p:sp>
        <p:nvSpPr>
          <p:cNvPr id="13" name="generated:text"/>
          <p:cNvSpPr txBox="1"/>
          <p:nvPr/>
        </p:nvSpPr>
        <p:spPr>
          <a:xfrm>
            <a:off x="7964423" y="1508760"/>
            <a:ext cx="3511296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Этап 3</a:t>
            </a:r>
          </a:p>
        </p:txBody>
      </p:sp>
      <p:sp>
        <p:nvSpPr>
          <p:cNvPr id="14" name="generated:text"/>
          <p:cNvSpPr txBox="1"/>
          <p:nvPr/>
        </p:nvSpPr>
        <p:spPr>
          <a:xfrm>
            <a:off x="7964423" y="1929384"/>
            <a:ext cx="3511296" cy="4059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поддерживает несколько возможностей Один и тот же контент может быть перенесён на разные шаблоны без повторной генерации смысла</a:t>
            </a:r>
          </a:p>
        </p:txBody>
      </p:sp>
      <p:sp>
        <p:nvSpPr>
          <p:cNvPr id="15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9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85799" y="1508760"/>
            <a:ext cx="5179161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Смысл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685799" y="2011680"/>
            <a:ext cx="5179161" cy="3977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Сервис использует структурированный вывод для передачи данных в заданном формате Один и тот же контент может быть перенесён на разные шаблоны без повторной генерации смысла Модель Qwen3-32B предназначена для задач генерации текста и поддерживает несколько</a:t>
            </a:r>
          </a:p>
        </p:txBody>
      </p:sp>
      <p:sp>
        <p:nvSpPr>
          <p:cNvPr id="11" name="generated:text"/>
          <p:cNvSpPr txBox="1"/>
          <p:nvPr/>
        </p:nvSpPr>
        <p:spPr>
          <a:xfrm>
            <a:off x="6296557" y="1508760"/>
            <a:ext cx="5179161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Практика</a:t>
            </a:r>
          </a:p>
        </p:txBody>
      </p:sp>
      <p:sp>
        <p:nvSpPr>
          <p:cNvPr id="12" name="generated:text"/>
          <p:cNvSpPr txBox="1"/>
          <p:nvPr/>
        </p:nvSpPr>
        <p:spPr>
          <a:xfrm>
            <a:off x="6296557" y="2011680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возможностей Три варианта верстки позволяют сравнивать разные композиционные решения В документации указано что API использует метод POST v1</a:t>
            </a:r>
          </a:p>
        </p:txBody>
      </p:sp>
      <p:sp>
        <p:nvSpPr>
          <p:cNvPr id="13" name="generated:text"/>
          <p:cNvSpPr txBox="1"/>
          <p:nvPr/>
        </p:nvSpPr>
        <p:spPr>
          <a:xfrm>
            <a:off x="6296557" y="4064508"/>
            <a:ext cx="5179161" cy="19248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chat completions для генерации Число 20 используется в примере ограничения числа 10 и 12 приведены в разделе параметров</a:t>
            </a:r>
          </a:p>
        </p:txBody>
      </p:sp>
      <p:sp>
        <p:nvSpPr>
          <p:cNvPr id="14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6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/>
        </p:txBody>
      </p:sp>
      <p:sp>
        <p:nvSpPr>
          <p:cNvPr id="8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10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731519" y="1508760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600" b="1">
                <a:solidFill>
                  <a:srgbClr val="17223B"/>
                </a:solidFill>
                <a:latin typeface="Arial"/>
              </a:rPr>
              <a:t>Проверка каждого числового значения по исходному тексту не позволяет презентации сохранить число для которого нет подтверждения в загруженном веб-источнике Финальный аудит разделяет детерминированные проверки файла и смысловые проверки которые могут выполняться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731519" y="3767328"/>
            <a:ext cx="10698480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600" b="0">
                <a:solidFill>
                  <a:srgbClr val="17223B"/>
                </a:solidFill>
                <a:latin typeface="Arial"/>
              </a:rPr>
              <a:t>моделью на повторных запусках Число 20 используется в примере ограничения числа 10 и 12 приведены в разделе параметров</a:t>
            </a:r>
          </a:p>
        </p:txBody>
      </p:sp>
      <p:sp>
        <p:nvSpPr>
          <p:cNvPr id="11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
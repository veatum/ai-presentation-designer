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Структурированный вывод позволяет приложению проверять результат до рендера, поэтому формат данных остаётся предсказуемым и последующий слой верстки получает валидную структуру.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Проверка каждого числового значения по исходному тексту не позволяет презентации сохранить число, для которого нет подтверждения в загруженном веб-источнике.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Финальный аудит разделяет детерминированные проверки файла и смысловые проверки которые могут выполняться моделью на повторных запусках Структурированный вывод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  <a:p>
            <a:r>
              <a:t>позволяет приложению проверять результат до рендера поэтому формат данных остаётся предсказуемым и последующий слой верстки получает валидную структуру [W1]</a:t>
            </a:r>
          </a:p>
          <a:p>
            <a:r>
              <a:t>Сервис использует структурированный вывод для передачи данных в заданном формате.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Сервис использует структурированный вывод для передачи данных в заданном формате Модель Qwen3-32B предназначена для задач генерации текста и поддерживает несколько возможностей Один и тот же контент может быть перенесён на разные шаблоны без повторной генерации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смысла Три варианта верстки позволяют сравнивать разные композиционные решения В документации указано что API использует метод POST v1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chat completions для генерации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Три варианта верстки нужны для сравнения композиционных решений одного и того же содержания при сохранении правил выбранного шаблона.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Число 20 используется в примере ограничения числа 10 и 12 приведены в разделе параметров В документации указано что API использует метод POST v1 chat completions для генерации Сервис использует структурированный вывод для передачи данных 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  <a:p>
            <a:r>
              <a:t>заданном формате Три варианта верстки позволяют сравнивать разные композиционные решения Модель Qwen3-32B предназначена для задач генерации текста и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поддерживает несколько возможностей Один и тот же контент может быть перенесён на разные шаблоны без повторной генерации смысла [W1]</a:t>
            </a:r>
          </a:p>
          <a:p>
            <a:r>
              <a:t>Один и тот же контент может быть перенесён на разные шаблоны без повторной генерации смысла.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Сервис использует структурированный вывод для передачи данных в заданном формате Один и тот же контент может быть перенесён на разные шаблоны без повторной генерации смысла Модель Qwen3-32B предназначена для задач генерации текста и поддерживает несколько [W1]</a:t>
            </a:r>
          </a:p>
          <a:p>
            <a:r>
              <a:t>Модель Qwen3-32B предназначена для задач генерации текста и поддерживает несколько возможностей.</a:t>
            </a:r>
          </a:p>
          <a:p>
            <a:r>
              <a:t>возможностей Три варианта верстки позволяют сравнивать разные композиционные решения В документации указано что API использует метод POST v1 [W1]</a:t>
            </a:r>
          </a:p>
          <a:p>
            <a:r>
              <a:t>Три варианта верстки позволяют сравнивать разные композиционные решения.</a:t>
            </a:r>
          </a:p>
          <a:p>
            <a:r>
              <a:t>chat completions для генерации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Проверка каждого числового значения по исходному тексту не позволяет презентации сохранить число для которого нет подтверждения в загруженном веб-источнике Финальный аудит разделяет детерминированные проверки файла и смысловые проверки которые могут выполняться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  <a:p>
            <a:r>
              <a:t>моделью на повторных запусках Число 20 используется в примере ограничения числа 10 и 12 приведены в разделе параметров [W1]</a:t>
            </a:r>
          </a:p>
          <a:p>
            <a:r>
              <a:t>Число 20 используется в примере ограничения; числа 10 и 12 приведены в разделе параметров.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640080"/>
            <a:ext cx="1060704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20232B"/>
                </a:solidFill>
                <a:latin typeface="Arial"/>
              </a:rPr>
              <a:t>Проверенная генерация презентаций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77240" y="1664207"/>
            <a:ext cx="10607040" cy="43022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20232B"/>
                </a:solidFill>
                <a:latin typeface="Arial"/>
              </a:rPr>
              <a:t>Источники → содержание → шаблон</a:t>
            </a:r>
          </a:p>
        </p:txBody>
      </p:sp>
      <p:sp>
        <p:nvSpPr>
          <p:cNvPr id="6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20232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2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6144767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3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13527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2011680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Структурированный вывод позволяет приложению проверять результат до рендера, поэтому формат данных остаётся предсказуемым и последующий слой верстки получает валидную структуру.</a:t>
            </a:r>
          </a:p>
        </p:txBody>
      </p:sp>
      <p:sp>
        <p:nvSpPr>
          <p:cNvPr id="7" name="generated:text"/>
          <p:cNvSpPr txBox="1"/>
          <p:nvPr/>
        </p:nvSpPr>
        <p:spPr>
          <a:xfrm>
            <a:off x="731519" y="4018788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</a:t>
            </a:r>
          </a:p>
        </p:txBody>
      </p:sp>
      <p:sp>
        <p:nvSpPr>
          <p:cNvPr id="8" name="generated:text"/>
          <p:cNvSpPr txBox="1"/>
          <p:nvPr/>
        </p:nvSpPr>
        <p:spPr>
          <a:xfrm>
            <a:off x="6294729" y="1508760"/>
            <a:ext cx="513527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294729" y="2011680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6294729" y="4018788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Процесс 4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285231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Источники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1929384"/>
            <a:ext cx="5285231" cy="3968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Официальная документация описывает способ обращения к API, поэтому этот источник можно использовать как основание для технических утверждений о работе сервиса.</a:t>
            </a:r>
          </a:p>
        </p:txBody>
      </p:sp>
      <p:sp>
        <p:nvSpPr>
          <p:cNvPr id="7" name="generated:text"/>
          <p:cNvSpPr txBox="1"/>
          <p:nvPr/>
        </p:nvSpPr>
        <p:spPr>
          <a:xfrm>
            <a:off x="6144767" y="1508760"/>
            <a:ext cx="5285231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Проверка</a:t>
            </a:r>
          </a:p>
        </p:txBody>
      </p:sp>
      <p:sp>
        <p:nvSpPr>
          <p:cNvPr id="8" name="generated:text"/>
          <p:cNvSpPr txBox="1"/>
          <p:nvPr/>
        </p:nvSpPr>
        <p:spPr>
          <a:xfrm>
            <a:off x="6144767" y="1929384"/>
            <a:ext cx="5285231" cy="3968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Проверка каждого числового значения по исходному тексту не позволяет презентации сохранить число, для которого нет подтверждения в загруженном веб-источнике.</a:t>
            </a:r>
          </a:p>
        </p:txBody>
      </p:sp>
      <p:sp>
        <p:nvSpPr>
          <p:cNvPr id="9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5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Финальный аудит разделяет детерминированные проверки файла и смысловые проверки которые могут выполняться моделью на повторных запусках Структурированный вывод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6144767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позволяет приложению проверять результат до рендера поэтому формат данных остаётся предсказуемым и последующий слой верстки получает валидную структуру</a:t>
            </a:r>
          </a:p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6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13527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2011680"/>
            <a:ext cx="5135270" cy="3886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Сервис использует структурированный вывод для передачи данных в заданном формате Модель Qwen3-32B предназначена для задач генерации текста и поддерживает несколько возможностей Один и тот же контент может быть перенесён на разные шаблоны без повторной генерации</a:t>
            </a:r>
          </a:p>
        </p:txBody>
      </p:sp>
      <p:sp>
        <p:nvSpPr>
          <p:cNvPr id="7" name="generated:text"/>
          <p:cNvSpPr txBox="1"/>
          <p:nvPr/>
        </p:nvSpPr>
        <p:spPr>
          <a:xfrm>
            <a:off x="6294729" y="1508760"/>
            <a:ext cx="513527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8" name="generated:text"/>
          <p:cNvSpPr txBox="1"/>
          <p:nvPr/>
        </p:nvSpPr>
        <p:spPr>
          <a:xfrm>
            <a:off x="6294729" y="2011680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смысла Три варианта верстки позволяют сравнивать разные композиционные решения В документации указано что API использует метод POST v1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294729" y="4018788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chat completions для генерации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0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7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Разделение смысловой генерации и шаблона позволяет менять оформление без повторной генерации содержания, что делает пайплайн воспроизводимым и снижает нагрузку на модель.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6144767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Три варианта верстки нужны для сравнения композиционных решений одного и того же содержания при сохранении правил выбранного шаблона.</a:t>
            </a:r>
          </a:p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Процесс 8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348081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Источники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1929384"/>
            <a:ext cx="3480816" cy="3968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Число 20 используется в примере ограничения числа 10 и 12 приведены в разделе параметров В документации указано что API использует метод POST v1 chat completions для генерации Сервис использует структурированный вывод для передачи данных в</a:t>
            </a:r>
          </a:p>
        </p:txBody>
      </p:sp>
      <p:sp>
        <p:nvSpPr>
          <p:cNvPr id="7" name="generated:text"/>
          <p:cNvSpPr txBox="1"/>
          <p:nvPr/>
        </p:nvSpPr>
        <p:spPr>
          <a:xfrm>
            <a:off x="4340352" y="1508760"/>
            <a:ext cx="348081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Проверка</a:t>
            </a:r>
          </a:p>
        </p:txBody>
      </p:sp>
      <p:sp>
        <p:nvSpPr>
          <p:cNvPr id="8" name="generated:text"/>
          <p:cNvSpPr txBox="1"/>
          <p:nvPr/>
        </p:nvSpPr>
        <p:spPr>
          <a:xfrm>
            <a:off x="4340352" y="1929384"/>
            <a:ext cx="3480816" cy="3968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заданном формате Три варианта верстки позволяют сравнивать разные композиционные решения Модель Qwen3-32B предназначена для задач генерации текста и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7949184" y="1508760"/>
            <a:ext cx="3480816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1">
                <a:solidFill>
                  <a:srgbClr val="4F81BD"/>
                </a:solidFill>
                <a:latin typeface="Arial"/>
              </a:rPr>
              <a:t>Этап 3</a:t>
            </a:r>
          </a:p>
        </p:txBody>
      </p:sp>
      <p:sp>
        <p:nvSpPr>
          <p:cNvPr id="10" name="generated:text"/>
          <p:cNvSpPr txBox="1"/>
          <p:nvPr/>
        </p:nvSpPr>
        <p:spPr>
          <a:xfrm>
            <a:off x="7949184" y="1929384"/>
            <a:ext cx="3480816" cy="3968496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400" b="0">
                <a:solidFill>
                  <a:srgbClr val="17223B"/>
                </a:solidFill>
                <a:latin typeface="Arial"/>
              </a:rPr>
              <a:t>поддерживает несколько возможностей Один и тот же контент может быть перенесён на разные шаблоны без повторной генерации смысла</a:t>
            </a:r>
          </a:p>
        </p:txBody>
      </p:sp>
      <p:sp>
        <p:nvSpPr>
          <p:cNvPr id="11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9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13527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Смысл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731519" y="2011680"/>
            <a:ext cx="5135270" cy="3886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Сервис использует структурированный вывод для передачи данных в заданном формате Один и тот же контент может быть перенесён на разные шаблоны без повторной генерации смысла Модель Qwen3-32B предназначена для задач генерации текста и поддерживает несколько</a:t>
            </a:r>
          </a:p>
        </p:txBody>
      </p:sp>
      <p:sp>
        <p:nvSpPr>
          <p:cNvPr id="7" name="generated:text"/>
          <p:cNvSpPr txBox="1"/>
          <p:nvPr/>
        </p:nvSpPr>
        <p:spPr>
          <a:xfrm>
            <a:off x="6294729" y="1508760"/>
            <a:ext cx="513527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1">
                <a:solidFill>
                  <a:srgbClr val="17223B"/>
                </a:solidFill>
                <a:latin typeface="Arial"/>
              </a:rPr>
              <a:t>Практика</a:t>
            </a:r>
          </a:p>
        </p:txBody>
      </p:sp>
      <p:sp>
        <p:nvSpPr>
          <p:cNvPr id="8" name="generated:text"/>
          <p:cNvSpPr txBox="1"/>
          <p:nvPr/>
        </p:nvSpPr>
        <p:spPr>
          <a:xfrm>
            <a:off x="6294729" y="2011680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возможностей Три варианта верстки позволяют сравнивать разные композиционные решения В документации указано что API использует метод POST v1</a:t>
            </a:r>
          </a:p>
        </p:txBody>
      </p:sp>
      <p:sp>
        <p:nvSpPr>
          <p:cNvPr id="9" name="generated:text"/>
          <p:cNvSpPr txBox="1"/>
          <p:nvPr/>
        </p:nvSpPr>
        <p:spPr>
          <a:xfrm>
            <a:off x="6294729" y="4018788"/>
            <a:ext cx="5135270" cy="18790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chat completions для генерации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10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generated:text"/>
          <p:cNvSpPr txBox="1"/>
          <p:nvPr/>
        </p:nvSpPr>
        <p:spPr>
          <a:xfrm>
            <a:off x="777240" y="502920"/>
            <a:ext cx="10607040" cy="8915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3000" b="1">
                <a:solidFill>
                  <a:srgbClr val="17223B"/>
                </a:solidFill>
                <a:latin typeface="Arial"/>
              </a:rPr>
              <a:t>Раздел 10</a:t>
            </a:r>
          </a:p>
        </p:txBody>
      </p:sp>
      <p:sp>
        <p:nvSpPr>
          <p:cNvPr id="5" name="generated:text"/>
          <p:cNvSpPr txBox="1"/>
          <p:nvPr/>
        </p:nvSpPr>
        <p:spPr>
          <a:xfrm>
            <a:off x="731519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Проверка каждого числового значения по исходному тексту не позволяет презентации сохранить число для которого нет подтверждения в загруженном веб-источнике Финальный аудит разделяет детерминированные проверки файла и смысловые проверки которые могут выполняться</a:t>
            </a:r>
          </a:p>
        </p:txBody>
      </p:sp>
      <p:sp>
        <p:nvSpPr>
          <p:cNvPr id="6" name="generated:text"/>
          <p:cNvSpPr txBox="1"/>
          <p:nvPr/>
        </p:nvSpPr>
        <p:spPr>
          <a:xfrm>
            <a:off x="6144767" y="1508760"/>
            <a:ext cx="5285231" cy="4389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800" b="0">
                <a:solidFill>
                  <a:srgbClr val="17223B"/>
                </a:solidFill>
                <a:latin typeface="Arial"/>
              </a:rPr>
              <a:t>моделью на повторных запусках Число 20 используется в примере ограничения числа 10 и 12 приведены в разделе параметров</a:t>
            </a:r>
          </a:p>
        </p:txBody>
      </p:sp>
      <p:sp>
        <p:nvSpPr>
          <p:cNvPr id="7" name="slide:number"/>
          <p:cNvSpPr txBox="1"/>
          <p:nvPr/>
        </p:nvSpPr>
        <p:spPr>
          <a:xfrm>
            <a:off x="10850879" y="6377940"/>
            <a:ext cx="853439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900" b="0">
                <a:solidFill>
                  <a:srgbClr val="17223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
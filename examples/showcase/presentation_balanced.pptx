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Структурированный вывод позволяет приложению проверять результат до рендера, поэтому формат данных остаётся предсказуемым и последующий слой верстки получает валидную структуру.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Проверка каждого числового значения по исходному тексту не позволяет презентации сохранить число, для которого нет подтверждения в загруженном веб-источнике.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Финальный аудит разделяет детерминированные проверки файла и смысловые проверки которые могут выполняться моделью на повторных запусках Структурированный вывод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позволяет приложению проверять результат до рендера поэтому формат данных остаётся предсказуемым и последующий слой верстки получает валидную структуру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Сервис использует структурированный вывод для передачи данных в заданном формате Модель Qwen3-32B предназначена для задач генерации текста и поддерживает несколько возможностей Один и тот же контент может быть перенесён на разные шаблоны без повторной генерации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смысла Три варианта верстки позволяют сравнивать разные композиционные решения В документации указано что API использует метод POST v1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chat completions для генерации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Число 20 используется в примере ограничения числа 10 и 12 приведены в разделе параметров В документации указано что API использует метод POST v1 chat completions для генерации Сервис использует структурированный вывод для передачи данных 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  <a:p>
            <a:r>
              <a:t>заданном формате Три варианта верстки позволяют сравнивать разные композиционные решения Модель Qwen3-32B предназначена для задач генерации текста и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поддерживает несколько возможностей Один и тот же контент может быть перенесён на разные шаблоны без повторной генерации смысла [W1]</a:t>
            </a:r>
          </a:p>
          <a:p>
            <a:r>
              <a:t>Один и тот же контент может быть перенесён на разные шаблоны без повторной генерации смысла.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Сервис использует структурированный вывод для передачи данных в заданном формате Один и тот же контент может быть перенесён на разные шаблоны без повторной генерации смысла Модель Qwen3-32B предназначена для задач генерации текста и поддерживает несколько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возможностей Три варианта верстки позволяют сравнивать разные композиционные решения В документации указано что API использует метод POST v1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chat completions для генерации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Проверка каждого числового значения по исходному тексту не позволяет презентации сохранить число для которого нет подтверждения в загруженном веб-источнике Финальный аудит разделяет детерминированные проверки файла и смысловые проверки которые могут выполняться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  <a:p>
            <a:r>
              <a:t>моделью на повторных запусках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20232B"/>
                </a:solidFill>
                <a:latin typeface="Arial"/>
              </a:rPr>
              <a:t>Проверенная генерация презентаций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77240" y="1664207"/>
            <a:ext cx="10607040" cy="43022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20232B"/>
                </a:solidFill>
                <a:latin typeface="Arial"/>
              </a:rPr>
              <a:t>Источники → содержание → шаблон</a:t>
            </a:r>
          </a:p>
        </p:txBody>
      </p:sp>
      <p:sp>
        <p:nvSpPr>
          <p:cNvPr id="6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20232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2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3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Структурированный вывод позволяет приложению проверять результат до рендера, поэтому формат данных остаётся предсказуемым и последующий слой верстки получает валидную структуру.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85799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296557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6296557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14" name="generated:text"/>
          <p:cNvSpPr txBox="1"/>
          <p:nvPr/>
        </p:nvSpPr>
        <p:spPr>
          <a:xfrm>
            <a:off x="6296557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15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Процесс 4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330952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Источники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1929384"/>
            <a:ext cx="5330952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144767" y="1508760"/>
            <a:ext cx="5330952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Проверка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144767" y="1929384"/>
            <a:ext cx="5330952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Проверка каждого числового значения по исходному тексту не позволяет презентации сохранить число, для которого нет подтверждения в загруженном веб-источнике.</a:t>
            </a:r>
          </a:p>
        </p:txBody>
      </p:sp>
      <p:sp>
        <p:nvSpPr>
          <p:cNvPr id="13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5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Финальный аудит разделяет детерминированные проверки файла и смысловые проверки которые могут выполняться моделью на повторных запусках Структурированный вывод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позволяет приложению проверять результат до рендера поэтому формат данных остаётся предсказуемым и последующий слой верстки получает валидную структуру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6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2011680"/>
            <a:ext cx="5179161" cy="3977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Сервис использует структурированный вывод для передачи данных в заданном формате Модель Qwen3-32B предназначена для задач генерации текста и поддерживает несколько возможностей Один и тот же контент может быть перенесён на разные шаблоны без повторной генерации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296557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296557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смысла Три варианта верстки позволяют сравнивать разные композиционные решения В документации указано что API использует метод POST v1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6296557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chat completions для генерации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4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7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Процесс 8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351129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Источники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1929384"/>
            <a:ext cx="3511296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Число 20 используется в примере ограничения числа 10 и 12 приведены в разделе параметров В документации указано что API использует метод POST v1 chat completions для генерации Сервис использует структурированный вывод для передачи данных в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4325111" y="1508760"/>
            <a:ext cx="351129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Проверка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4325111" y="1929384"/>
            <a:ext cx="3511296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заданном формате Три варианта верстки позволяют сравнивать разные композиционные решения Модель Qwen3-32B предназначена для задач генерации текста и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7964423" y="1508760"/>
            <a:ext cx="351129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Этап 3</a:t>
            </a:r>
          </a:p>
        </p:txBody>
      </p:sp>
      <p:sp>
        <p:nvSpPr>
          <p:cNvPr id="14" name="generated:text"/>
          <p:cNvSpPr txBox="1"/>
          <p:nvPr/>
        </p:nvSpPr>
        <p:spPr>
          <a:xfrm>
            <a:off x="7964423" y="1929384"/>
            <a:ext cx="3511296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поддерживает несколько возможностей Один и тот же контент может быть перенесён на разные шаблоны без повторной генерации смысла</a:t>
            </a:r>
          </a:p>
        </p:txBody>
      </p:sp>
      <p:sp>
        <p:nvSpPr>
          <p:cNvPr id="15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9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2011680"/>
            <a:ext cx="5179161" cy="3977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Сервис использует структурированный вывод для передачи данных в заданном формате Один и тот же контент может быть перенесён на разные шаблоны без повторной генерации смысла Модель Qwen3-32B предназначена для задач генерации текста и поддерживает несколько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296557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296557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возможностей Три варианта верстки позволяют сравнивать разные композиционные решения В документации указано что API использует метод POST v1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6296557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chat completions для генерации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4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10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Проверка каждого числового значения по исходному тексту не позволяет презентации сохранить число для которого нет подтверждения в загруженном веб-источнике Финальный аудит разделяет детерминированные проверки файла и смысловые проверки которые могут выполняться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моделью на повторных запусках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